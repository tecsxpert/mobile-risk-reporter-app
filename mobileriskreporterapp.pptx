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E5E3-0F47-4315-BF39-63317E5D2E7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33DB2-2461-4163-A6B5-E73CEE37A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825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E5E3-0F47-4315-BF39-63317E5D2E7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33DB2-2461-4163-A6B5-E73CEE37A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49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E5E3-0F47-4315-BF39-63317E5D2E7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33DB2-2461-4163-A6B5-E73CEE37A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811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E5E3-0F47-4315-BF39-63317E5D2E7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33DB2-2461-4163-A6B5-E73CEE37A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873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E5E3-0F47-4315-BF39-63317E5D2E7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33DB2-2461-4163-A6B5-E73CEE37A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820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E5E3-0F47-4315-BF39-63317E5D2E7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33DB2-2461-4163-A6B5-E73CEE37A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171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E5E3-0F47-4315-BF39-63317E5D2E7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33DB2-2461-4163-A6B5-E73CEE37A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814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E5E3-0F47-4315-BF39-63317E5D2E7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33DB2-2461-4163-A6B5-E73CEE37A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735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E5E3-0F47-4315-BF39-63317E5D2E7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33DB2-2461-4163-A6B5-E73CEE37A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258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E5E3-0F47-4315-BF39-63317E5D2E7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33DB2-2461-4163-A6B5-E73CEE37A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485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E5E3-0F47-4315-BF39-63317E5D2E7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33DB2-2461-4163-A6B5-E73CEE37A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4855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E5E3-0F47-4315-BF39-63317E5D2E7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33DB2-2461-4163-A6B5-E73CEE37A80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805586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E5E3-0F47-4315-BF39-63317E5D2E7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33DB2-2461-4163-A6B5-E73CEE37A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244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E5E3-0F47-4315-BF39-63317E5D2E7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33DB2-2461-4163-A6B5-E73CEE37A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3691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E5E3-0F47-4315-BF39-63317E5D2E7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33DB2-2461-4163-A6B5-E73CEE37A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1742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E5E3-0F47-4315-BF39-63317E5D2E7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33DB2-2461-4163-A6B5-E73CEE37A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1536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E5E3-0F47-4315-BF39-63317E5D2E7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33DB2-2461-4163-A6B5-E73CEE37A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828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427E5E3-0F47-4315-BF39-63317E5D2E7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C33DB2-2461-4163-A6B5-E73CEE37A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4117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379D23-4A2D-18DD-FD2C-A88F00E4A452}"/>
              </a:ext>
            </a:extLst>
          </p:cNvPr>
          <p:cNvSpPr txBox="1"/>
          <p:nvPr/>
        </p:nvSpPr>
        <p:spPr>
          <a:xfrm>
            <a:off x="1202076" y="2079943"/>
            <a:ext cx="930838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risk reporting is slow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track incidents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monitoring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visibility of risk status </a:t>
            </a:r>
          </a:p>
          <a:p>
            <a:pPr>
              <a:buNone/>
            </a:pP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Mobile Risk Reporter App for secure and efficient risk management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E1A363-4EED-1A5A-CFE5-86DDA2DC8922}"/>
              </a:ext>
            </a:extLst>
          </p:cNvPr>
          <p:cNvSpPr txBox="1"/>
          <p:nvPr/>
        </p:nvSpPr>
        <p:spPr>
          <a:xfrm>
            <a:off x="3780889" y="849129"/>
            <a:ext cx="484940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991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9EF285-E59B-4322-036F-5DB77553E58D}"/>
              </a:ext>
            </a:extLst>
          </p:cNvPr>
          <p:cNvSpPr txBox="1"/>
          <p:nvPr/>
        </p:nvSpPr>
        <p:spPr>
          <a:xfrm>
            <a:off x="3192695" y="842749"/>
            <a:ext cx="60977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3BFA63-070A-3CE2-CD20-84ABD5CFD7A3}"/>
              </a:ext>
            </a:extLst>
          </p:cNvPr>
          <p:cNvSpPr txBox="1"/>
          <p:nvPr/>
        </p:nvSpPr>
        <p:spPr>
          <a:xfrm>
            <a:off x="942653" y="2521059"/>
            <a:ext cx="648556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React.js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Spring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Boot REST API</a:t>
            </a:r>
          </a:p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 Database</a:t>
            </a:r>
          </a:p>
          <a:p>
            <a:pPr>
              <a:buNone/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Security: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JWT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Authentication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90D607-8933-0515-44D2-1AA0F1ECC05E}"/>
              </a:ext>
            </a:extLst>
          </p:cNvPr>
          <p:cNvSpPr txBox="1"/>
          <p:nvPr/>
        </p:nvSpPr>
        <p:spPr>
          <a:xfrm>
            <a:off x="7828908" y="2197579"/>
            <a:ext cx="699327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(React)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↓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Boot API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(H2)</a:t>
            </a:r>
          </a:p>
        </p:txBody>
      </p:sp>
    </p:spTree>
    <p:extLst>
      <p:ext uri="{BB962C8B-B14F-4D97-AF65-F5344CB8AC3E}">
        <p14:creationId xmlns:p14="http://schemas.microsoft.com/office/powerpoint/2010/main" val="3743748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9ECA66-3D1E-8BD3-B788-04B5A8C6BE28}"/>
              </a:ext>
            </a:extLst>
          </p:cNvPr>
          <p:cNvSpPr txBox="1"/>
          <p:nvPr/>
        </p:nvSpPr>
        <p:spPr>
          <a:xfrm>
            <a:off x="3850240" y="603875"/>
            <a:ext cx="60977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2F220D-A948-9111-9BCE-539D85FB8142}"/>
              </a:ext>
            </a:extLst>
          </p:cNvPr>
          <p:cNvSpPr txBox="1"/>
          <p:nvPr/>
        </p:nvSpPr>
        <p:spPr>
          <a:xfrm>
            <a:off x="698642" y="1852561"/>
            <a:ext cx="1112691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Login: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securely logs into the system .</a:t>
            </a:r>
          </a:p>
          <a:p>
            <a:pP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Risk: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adds a new risk with details like title, description, and severity.</a:t>
            </a:r>
          </a:p>
          <a:p>
            <a:pP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View: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displays all risks in a centralized dashboard for monitoring.</a:t>
            </a:r>
          </a:p>
          <a:p>
            <a:pP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&amp;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Filter: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quickly find risks using search and filter options.</a:t>
            </a:r>
          </a:p>
          <a:p>
            <a:pP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Export: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download risk data as a CSV file for reporting.</a:t>
            </a:r>
          </a:p>
          <a:p>
            <a:pP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Validation: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only authorized users can access and modify data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140575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18</TotalTime>
  <Words>158</Words>
  <Application>Microsoft Office PowerPoint</Application>
  <PresentationFormat>Widescreen</PresentationFormat>
  <Paragraphs>30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Century Gothic</vt:lpstr>
      <vt:lpstr>Times New Roman</vt:lpstr>
      <vt:lpstr>Wingdings 3</vt:lpstr>
      <vt:lpstr>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Kavya Ganesh</dc:creator>
  <cp:lastModifiedBy>Kavya Ganesh</cp:lastModifiedBy>
  <cp:revision>1</cp:revision>
  <dcterms:created xsi:type="dcterms:W3CDTF">2026-05-06T17:57:23Z</dcterms:created>
  <dcterms:modified xsi:type="dcterms:W3CDTF">2026-05-06T18:16:16Z</dcterms:modified>
</cp:coreProperties>
</file>